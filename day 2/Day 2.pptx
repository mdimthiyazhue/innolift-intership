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  <p:sldId id="261" r:id="rId9"/>
    <p:sldId id="264" r:id="rId10"/>
    <p:sldId id="259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31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energy check-in. Remind them Day 1 gave variables; today those variables start making decisions. Preview the ATM simulator as the big payoff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E8912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91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· LIVE CLASS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Teach Your Program to Decide and Repeat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Recap, Then What's New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recap:  </a:t>
            </a: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 (int, float, str, bool, list), and f-strings for clean output.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587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5877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— how your program decides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and for — how your program repeats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Quick Practice Rounds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904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hands-on checkpoints as we go — not just one big task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4562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Build: ATM Simulator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45628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multi-feature program, built together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🛠️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5221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Common Mistakes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52212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everyone hits — and how to read them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 Flow Is Real Programming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variables just held data. Today, your program starts thinking.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🤖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508760" y="24048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model trains in a loop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is a while/for loop repeating until it stops improving — you'll see this in Phase 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🌐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040880" y="24048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routes with conditionals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logged in, show dashboard, else show login” — that's an if/else in every app you use.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⚙️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508760" y="4507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80% of real debugging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bugs aren't typos — they're wrong conditions or loops running one time too many.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2519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4526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🧱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040880" y="4507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basic building block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355080" y="51206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today: variables + data types + control flow = enough to build real programs.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— if / elif / else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checks a condition and picks one path. Only one block ever runs.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3200400"/>
          </a:xfrm>
          <a:prstGeom prst="roundRect">
            <a:avLst>
              <a:gd name="adj" fmla="val 2069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72491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98094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 &gt; 10000: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323697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print("VIP customer")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349300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 &gt; 1000: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74904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print("Regular customer")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400507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426110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print("Low balance")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51713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77316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Regular customer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2633472"/>
            <a:ext cx="201168" cy="201168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560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top to bottom — first True wins, rest are skipped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255264"/>
            <a:ext cx="201168" cy="201168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182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is optional &amp; repeatable; else is optional &amp; always last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877056"/>
            <a:ext cx="201168" cy="201168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8039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colon ( : ) and indentation are required syntax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4498848"/>
            <a:ext cx="201168" cy="201168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44256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Comparisons: ==   !=   &gt;   &lt;   &gt;=   &lt;=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get powerful when you combine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450592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505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must be 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136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and has_id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450592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4505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side is 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886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9136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is_vip or balance &gt; 5000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2450592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24505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100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True ↔ False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0" y="3886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39136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is_blocked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ADBF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920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ATM build: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&lt;= 0 or amount &gt; balance catches two invalid cases with one condition.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while vs for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repeat: one when you don't know how many times, one when you 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repeat until a condition breaks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599"/>
            <a:ext cx="5303520" cy="1874521"/>
          </a:xfrm>
          <a:prstGeom prst="roundRect">
            <a:avLst>
              <a:gd name="adj" fmla="val 3158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26517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6517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26517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8803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is_running</a:t>
            </a: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1546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is_running: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42900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choice = input(...)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37033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choice == "4":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397764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is_running = </a:t>
            </a: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repeat a known number of times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5303520" cy="1874520"/>
          </a:xfrm>
          <a:prstGeom prst="roundRect">
            <a:avLst>
              <a:gd name="adj" fmla="val 3158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4808" y="26517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647688" y="26517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0568" y="26517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28803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attempt in range(3):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65392" y="31546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print(f"Attempt {attempt + 1}")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65392" y="342900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65392" y="37033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exactly 3 times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6F8E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5262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&amp; games use while (you don't know when the user quits). Counting &amp; fixed repeats use for.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Control: break &amp; continue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exit the loop immediately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0" cy="2514600"/>
          </a:xfrm>
          <a:prstGeom prst="roundRect">
            <a:avLst>
              <a:gd name="adj" fmla="val 2182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attempt in range(3):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74320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 = input("Enter PIN: ")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0175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pin == "1234":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29184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print("Access granted")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35661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38404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411480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print("Wrong PIN")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skip to the next round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5303520" cy="2514600"/>
          </a:xfrm>
          <a:prstGeom prst="roundRect">
            <a:avLst>
              <a:gd name="adj" fmla="val 2182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47688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30568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24688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amount in transactions: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65392" y="274320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&lt;= 0: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65392" y="30175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print("Skipping invalid")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65392" y="329184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65392" y="35661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print(f"Processing {amount}")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ADBF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8920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challenge preview: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for + break to build a 3-attempt PIN lock — exactly the pattern on the left.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E6F8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· ROUND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Grade Checker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lesson. Write this on your own, then we'll check answers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16733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6F8E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score (0–100) and print the correct grade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1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097280" y="33009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grade_checker.py and declare a variable: score = 78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097280" y="38679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/ elif / else to print: 90+ → A, 75–89 → B, 50–74 → C, below 50 → Fail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365760" cy="36576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3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by changing score to at least 3 different values and re-running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CEED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0644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 </a:t>
            </a: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shape as the balance example — just swap the numbers and messages.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E6F8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· ROUND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Table Printer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deal — solo attempt first, then we compare approaches.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66960" y="457200"/>
            <a:ext cx="16733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45720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6F8E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multiplication table of a number, 1 through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1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097280" y="33009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table_printer.py and declare: number = 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097280" y="38679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 loop with range(1, 11) to print number x i = result for each 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365760" cy="36576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3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wrap it in a while loop that keeps asking for a new number until the user types “stop”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CEED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0644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 </a:t>
            </a: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11) gives you 1 through 10 — range(11) would start at 0 instead.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E891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Today's End: a Real, Menu-Driven ATM Program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2034540"/>
            <a:ext cx="6858000" cy="4343400"/>
          </a:xfrm>
          <a:prstGeom prst="roundRect">
            <a:avLst>
              <a:gd name="adj" fmla="val 1364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704088" y="2194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194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194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2316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atm_simulator.py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72034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01752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WELCOME TO PYBANK ATM =====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331470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Check Balance   2. Deposit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361188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Withdraw        4. Exit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90906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an option: </a:t>
            </a: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420624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deposit amount: </a:t>
            </a: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450342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 successful! New balance: 7000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80060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2372" y="496062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WELCOME TO PYBANK ATM =====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539496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an option: </a:t>
            </a: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569214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transactions this session: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5989320"/>
            <a:ext cx="63459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PyBank ATM.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62672" y="3240405"/>
            <a:ext cx="420624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running, remembers your balance, validates input, and only stops when you choose. </a:t>
            </a: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genuinely useful program — built entirely from what you know plus today's lesson.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Complete Your Own ATM Simulator 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full program with real requirements — budget the whole session for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675120" cy="4222102"/>
          </a:xfrm>
          <a:prstGeom prst="roundRect">
            <a:avLst>
              <a:gd name="adj" fmla="val 1818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atm_simulator.py must include: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64261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menu that keeps running until the user exits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310128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322783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options via if/elif/else: Balance, Deposit, Withdraw, Exit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895344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381304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reject deposits ≤ 0, invalid withdrawals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480560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398264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transaction_count that increases each success, printed at exit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065776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498348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nested if inside a loop, plus 3+ comments explaining logic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82840" y="2862072"/>
            <a:ext cx="4325112" cy="2304288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725156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Bonus Challenge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0876" y="3502152"/>
            <a:ext cx="3794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4-digit PIN check before the menu appears. Give the user 3 attempts using a for loop + break. Lock them out with a clear message after 3 wrong tries — the exact break pattern from today, applied for real.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FBEA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GET STUCK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Fixed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♾️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forgot to update is_running.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4617720"/>
            <a:ext cx="2057400" cy="18288"/>
          </a:xfrm>
          <a:prstGeom prst="rect">
            <a:avLst/>
          </a:prstGeom>
          <a:solidFill>
            <a:srgbClr val="E3E3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709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line changes the condition?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= instead of ==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2044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choice = "1": is assignment, not comparison.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20440" y="4617720"/>
            <a:ext cx="2057400" cy="18288"/>
          </a:xfrm>
          <a:prstGeom prst="rect">
            <a:avLst/>
          </a:prstGeom>
          <a:solidFill>
            <a:srgbClr val="E3E3EA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4709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compares. = assigns.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error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6364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tabs/spaces under if/while/for.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617720"/>
            <a:ext cx="2057400" cy="18288"/>
          </a:xfrm>
          <a:prstGeom prst="rect">
            <a:avLst/>
          </a:prstGeom>
          <a:solidFill>
            <a:srgbClr val="E3E3E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709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VS Code auto-indent.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7824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2331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0684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vs int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00684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text.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06840" y="4617720"/>
            <a:ext cx="2057400" cy="18288"/>
          </a:xfrm>
          <a:prstGeom prst="rect">
            <a:avLst/>
          </a:prstGeom>
          <a:solidFill>
            <a:srgbClr val="E3E3EA"/>
          </a:solidFill>
          <a:ln/>
        </p:spPr>
      </p:sp>
      <p:sp>
        <p:nvSpPr>
          <p:cNvPr id="32" name="Text 30"/>
          <p:cNvSpPr/>
          <p:nvPr/>
        </p:nvSpPr>
        <p:spPr>
          <a:xfrm>
            <a:off x="9006840" y="4709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"1", or wrap in int().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 Today's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atm_simulator.py inside your Day2 folder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full session: deposit, withdraw, exit with transaction count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today's entry to your single running Daily Task Report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6636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 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074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by 9:00 AM + task by 5:00 PM — both required, or marked absent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2F9E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WORK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Real, Working Program — Not a Toy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that runs, remembers state, validates input, and handles four choices — that's the same shape as the logic inside every real app, including the one you'll ship on Day 60.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Tomorrow — Day 3: Functions &amp; Modules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turn today's repeated code blocks into clean, reusable functions — and your ATM code gets shorter and smarter.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1643</Words>
  <Application>Microsoft Office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2 - Control Flow</dc:title>
  <dc:subject>PptxGenJS Presentation</dc:subject>
  <dc:creator>Innolift Ventures</dc:creator>
  <cp:lastModifiedBy>Jaya sri</cp:lastModifiedBy>
  <cp:revision>3</cp:revision>
  <dcterms:created xsi:type="dcterms:W3CDTF">2026-07-02T02:20:47Z</dcterms:created>
  <dcterms:modified xsi:type="dcterms:W3CDTF">2026-07-02T02:45:40Z</dcterms:modified>
</cp:coreProperties>
</file>